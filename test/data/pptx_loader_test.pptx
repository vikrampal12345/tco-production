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Booth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Booth Algorithm is a multiplication algorithm for signed binary numbers.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Booth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Check Q0 and Q-1. Perform addition or subtraction. Then perform arithmetic shift right.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